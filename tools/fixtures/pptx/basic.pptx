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T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Quarterly Report</a:t>
            </a:r>
          </a:p>
        </p:txBody>
      </p:sp>
      <p:sp>
        <p:nvSpPr>
          <p:cNvPr id="3" name="Body 1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Revenue up</a:t>
            </a:r>
          </a:p>
          <a:p>
            <a:r>
              <a:rPr lang="en-US"/>
              <a:t>Costs flat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/>
          <p:nvPr/>
        </p:nvSpPr>
        <p:spPr/>
        <p:txBody>
          <a:bodyPr/>
          <a:p>
            <a:r>
              <a:t>Thank you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/>
</a:theme>
</file>