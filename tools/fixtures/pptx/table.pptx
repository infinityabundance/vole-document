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T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Table 1"/>
          <p:cNvGraphicFramePr/>
          <p:nvPr/>
        </p:nvGraphicFramePr>
        <p:xfrm/>
        <a:graphic>
          <a:graphicData>
            <a:tbl>
              <a:tblPr/>
              <a:tblGrid/>
              <a:tr>
                <a:tc>
                  <a:txBody>
                    <a:bodyPr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Qty</a:t>
                      </a:r>
                    </a:p>
                  </a:txBody>
                  <a:tcPr/>
                </a:tc>
              </a:tr>
              <a:tr>
                <a:tc>
                  <a:txBody>
                    <a:bodyPr/>
                    <a:p>
                      <a:r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/>
</a:theme>
</file>