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T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1"/>
          <p:cNvPicPr/>
          <p:nvPr/>
        </p:nvPicPr>
        <p:blipFill>
          <a:blip r:embed="rId2"/>
        </p:blipFill>
        <p:spPr/>
      </p:pic>
    </p:spTree>
  </p:cSld>
</p:sld>
</file>

<file path=ppt/theme/theme1.xml><?xml version="1.0" encoding="utf-8"?>
<a:theme xmlns:a="http://schemas.openxmlformats.org/drawingml/2006/main" name="Office Theme">
  <a:themeElements/>
</a:theme>
</file>