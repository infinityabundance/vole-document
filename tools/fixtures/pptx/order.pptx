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T" Type="http://schemas.openxmlformats.org/officeDocument/2006/relationships/theme" Target="theme/theme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/>
        <p:txBody>
          <a:bodyPr/>
          <a:p>
            <a:r>
              <a:t>FIRST FILE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/>
        <p:txBody>
          <a:bodyPr/>
          <a:p>
            <a:r>
              <a:t>SECOND FILE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/>
</a:theme>
</file>