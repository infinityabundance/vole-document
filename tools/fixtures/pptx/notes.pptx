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N" Type="http://schemas.openxmlformats.org/officeDocument/2006/relationships/notesMaster" Target="notesMasters/notesMaster1.xml"/><Relationship Id="rIdT" Type="http://schemas.openxmlformats.org/officeDocument/2006/relationships/theme" Target="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notesMaster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p>
            <a:r>
              <a:t>Speaker notes here</a:t>
            </a:r>
          </a:p>
        </p:txBody>
      </p:sp>
    </p:spTree>
  </p:cSld>
</p:note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/>
        <p:txBody>
          <a:bodyPr/>
          <a:p>
            <a:r>
              <a:t>Body text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/>
</a:theme>
</file>